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- Team Watermelon, Hackathon 2025. AI-Powered Enterprise Access Control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slide: highlight the real pain points companies face with access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overview slide - 4 main pillars of the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features - 8 main capabilities of the platform shown in a 4x2 grid.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/ how it works slide - 5-step access flow plus 3 system layers.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capabilities slide - what the AI engine does: anomaly detection, recommendations, explainability, safety.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and compliance slide - fine-grained auth, audit logs, compliance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 stack slide - 6 categories: frontend, backend, AI/ML, data, identity, devops.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highlights - prepared answers for tough evaluator questions about the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 slide - all 4 members of Team Watermelon with their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slide - 4 key takeaways and final team watermelon branding.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457200"/>
            <a:ext cx="1737360" cy="1737360"/>
          </a:xfrm>
          <a:prstGeom prst="ellipse">
            <a:avLst/>
          </a:prstGeom>
          <a:solidFill>
            <a:srgbClr val="2ECC7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280160"/>
            <a:ext cx="1737360" cy="914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🍉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137160" y="23774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WATERMELON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880360"/>
            <a:ext cx="2651760" cy="320040"/>
          </a:xfrm>
          <a:prstGeom prst="roundRect">
            <a:avLst>
              <a:gd name="adj" fmla="val 14286"/>
            </a:avLst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8803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2025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66160" y="73152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566160" y="132588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Access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566160" y="192024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System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566160" y="27432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permissions. Secure documents. Zero guesswork.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566160" y="3246120"/>
            <a:ext cx="5029200" cy="27432"/>
          </a:xfrm>
          <a:prstGeom prst="rect">
            <a:avLst/>
          </a:prstGeom>
          <a:solidFill>
            <a:srgbClr val="1A3A6E"/>
          </a:solidFill>
          <a:ln/>
        </p:spPr>
      </p:sp>
      <p:sp>
        <p:nvSpPr>
          <p:cNvPr id="16" name="Shape 14"/>
          <p:cNvSpPr/>
          <p:nvPr/>
        </p:nvSpPr>
        <p:spPr>
          <a:xfrm>
            <a:off x="3566160" y="3520440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22192" y="3456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Bhanu Vilasith Reddy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66160" y="3931920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22192" y="3867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Parrupudi Sridatta Bharadwaj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520440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345643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931920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38679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Darrapuredi Chetan Kumar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managing access in a big company is harder than it looks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28016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3898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people accessing sensitive files — nobody notices until damage is done.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4408" y="128016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950208" y="13898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Chaos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01568" y="18745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roles, no clear policy. Old employees still have access. Nobody knows who can see what.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17336" y="128016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🕵️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03136" y="13898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54496" y="18745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way to spot suspicious behavior — like someone downloading 500 files at 2 AM.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28346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97280" y="29443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Over-Provisioning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34290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get way more access than they need. Least-privilege is a goal, not a reality.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64408" y="28346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950208" y="29443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Gaps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401568" y="34290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 are incomplete or can be tampered with. Regulators aren't happy.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17336" y="283464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803136" y="29443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Problem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54496" y="34290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permissions manually doesn't work when you have thousands of users and resources.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that does it all — securely, smartly, and at scale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716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AI-driven platform that manages who can access what, catches bad behavior before it becomes a breach, and keeps your permission policies clean — automatically.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43000" y="2560320"/>
            <a:ext cx="640080" cy="6400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3291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RBAC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that mirror your org structure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2560320"/>
            <a:ext cx="640080" cy="6400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06040" y="3291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Permission Engine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06040" y="3703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Auto-detects and fixes over-access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40680" y="2560320"/>
            <a:ext cx="640080" cy="6400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754880" y="3291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3703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anomalies as they happen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89520" y="2560320"/>
            <a:ext cx="640080" cy="64008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📜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903720" y="32918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Tamper-Proof Audit Logs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03720" y="3703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 sealed records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 from 10 users to 10 million.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84048" y="868680"/>
            <a:ext cx="2029968" cy="1783080"/>
          </a:xfrm>
          <a:prstGeom prst="roundRect">
            <a:avLst>
              <a:gd name="adj" fmla="val 5128"/>
            </a:avLst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🏗️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97840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RBAC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52704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flow top-down through departments and teams. Permissions inherit naturally — no manual copy-pasting.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868680"/>
            <a:ext cx="2029968" cy="1783080"/>
          </a:xfrm>
          <a:prstGeom prst="roundRect">
            <a:avLst>
              <a:gd name="adj" fmla="val 5128"/>
            </a:avLst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182112" y="97840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Authorization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152704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API call checks permissions on the server. Frontend hides buttons, but the backend enforces the rules.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36592" y="868680"/>
            <a:ext cx="2029968" cy="1783080"/>
          </a:xfrm>
          <a:prstGeom prst="roundRect">
            <a:avLst>
              <a:gd name="adj" fmla="val 5128"/>
            </a:avLst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58384" y="97840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Document Sharing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28032" y="152704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time-limited, role-scoped access tokens. Share without losing control.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12864" y="868680"/>
            <a:ext cx="2029968" cy="1783080"/>
          </a:xfrm>
          <a:prstGeom prst="roundRect">
            <a:avLst>
              <a:gd name="adj" fmla="val 5128"/>
            </a:avLst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04304" y="960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534656" y="97840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Multi-Role Users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004304" y="152704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with multiple roles get the right merged set of permissions — no conflicts, no gaps.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4048" y="2834640"/>
            <a:ext cx="2029968" cy="1783080"/>
          </a:xfrm>
          <a:prstGeom prst="roundRect">
            <a:avLst>
              <a:gd name="adj" fmla="val 5128"/>
            </a:avLst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05840" y="294436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Offboarding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" y="349300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leaves? One click revokes everything via centralized identity management.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0" y="2834640"/>
            <a:ext cx="2029968" cy="1783080"/>
          </a:xfrm>
          <a:prstGeom prst="roundRect">
            <a:avLst>
              <a:gd name="adj" fmla="val 5128"/>
            </a:avLst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182112" y="294436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Inheritance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51760" y="349300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inherit parent folder permissions by default. Overrides available for specific resources.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36592" y="2834640"/>
            <a:ext cx="2029968" cy="1783080"/>
          </a:xfrm>
          <a:prstGeom prst="roundRect">
            <a:avLst>
              <a:gd name="adj" fmla="val 5128"/>
            </a:avLst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358384" y="294436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28032" y="349300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changes propagate instantly across the entire platform — no cache lag, no stale permissions.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912864" y="2834640"/>
            <a:ext cx="2029968" cy="1783080"/>
          </a:xfrm>
          <a:prstGeom prst="roundRect">
            <a:avLst>
              <a:gd name="adj" fmla="val 5128"/>
            </a:avLst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04304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534656" y="2944368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Support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04304" y="3493008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organization gets a fully isolated namespace. One platform, many clients — zero data bleed.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user login to resource access — here's the flow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1005840" cy="1005840"/>
          </a:xfrm>
          <a:prstGeom prst="ellipse">
            <a:avLst/>
          </a:prstGeom>
          <a:solidFill>
            <a:srgbClr val="2ECC71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234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1764792" y="1673352"/>
            <a:ext cx="365760" cy="54864"/>
          </a:xfrm>
          <a:prstGeom prst="rect">
            <a:avLst/>
          </a:prstGeom>
          <a:solidFill>
            <a:srgbClr val="A0B4C8"/>
          </a:solidFill>
          <a:ln/>
        </p:spPr>
      </p:sp>
      <p:sp>
        <p:nvSpPr>
          <p:cNvPr id="9" name="Shape 7"/>
          <p:cNvSpPr/>
          <p:nvPr/>
        </p:nvSpPr>
        <p:spPr>
          <a:xfrm>
            <a:off x="2075688" y="1627632"/>
            <a:ext cx="54864" cy="146304"/>
          </a:xfrm>
          <a:prstGeom prst="rect">
            <a:avLst/>
          </a:prstGeom>
          <a:solidFill>
            <a:srgbClr val="A0B4C8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377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Logs 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788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verified via centralized auth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23160" y="1234440"/>
            <a:ext cx="1005840" cy="1005840"/>
          </a:xfrm>
          <a:prstGeom prst="ellipse">
            <a:avLst/>
          </a:prstGeom>
          <a:solidFill>
            <a:srgbClr val="2ECC71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234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456432" y="1673352"/>
            <a:ext cx="365760" cy="54864"/>
          </a:xfrm>
          <a:prstGeom prst="rect">
            <a:avLst/>
          </a:prstGeom>
          <a:solidFill>
            <a:srgbClr val="A0B4C8"/>
          </a:solidFill>
          <a:ln/>
        </p:spPr>
      </p:sp>
      <p:sp>
        <p:nvSpPr>
          <p:cNvPr id="15" name="Shape 13"/>
          <p:cNvSpPr/>
          <p:nvPr/>
        </p:nvSpPr>
        <p:spPr>
          <a:xfrm>
            <a:off x="3767328" y="1627632"/>
            <a:ext cx="54864" cy="146304"/>
          </a:xfrm>
          <a:prstGeom prst="rect">
            <a:avLst/>
          </a:prstGeom>
          <a:solidFill>
            <a:srgbClr val="A0B4C8"/>
          </a:solidFill>
          <a:ln/>
        </p:spPr>
      </p:sp>
      <p:sp>
        <p:nvSpPr>
          <p:cNvPr id="16" name="Text 14"/>
          <p:cNvSpPr/>
          <p:nvPr/>
        </p:nvSpPr>
        <p:spPr>
          <a:xfrm>
            <a:off x="2103120" y="2377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Resolved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2788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loads all roles + merged permissions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0" y="1234440"/>
            <a:ext cx="1005840" cy="1005840"/>
          </a:xfrm>
          <a:prstGeom prst="ellipse">
            <a:avLst/>
          </a:prstGeom>
          <a:solidFill>
            <a:srgbClr val="2ECC71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1234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5148072" y="1673352"/>
            <a:ext cx="365760" cy="54864"/>
          </a:xfrm>
          <a:prstGeom prst="rect">
            <a:avLst/>
          </a:prstGeom>
          <a:solidFill>
            <a:srgbClr val="A0B4C8"/>
          </a:solidFill>
          <a:ln/>
        </p:spPr>
      </p:sp>
      <p:sp>
        <p:nvSpPr>
          <p:cNvPr id="21" name="Shape 19"/>
          <p:cNvSpPr/>
          <p:nvPr/>
        </p:nvSpPr>
        <p:spPr>
          <a:xfrm>
            <a:off x="5458968" y="1627632"/>
            <a:ext cx="54864" cy="146304"/>
          </a:xfrm>
          <a:prstGeom prst="rect">
            <a:avLst/>
          </a:prstGeom>
          <a:solidFill>
            <a:srgbClr val="A0B4C8"/>
          </a:solidFill>
          <a:ln/>
        </p:spPr>
      </p:sp>
      <p:sp>
        <p:nvSpPr>
          <p:cNvPr id="22" name="Text 20"/>
          <p:cNvSpPr/>
          <p:nvPr/>
        </p:nvSpPr>
        <p:spPr>
          <a:xfrm>
            <a:off x="3794760" y="2377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Made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94760" y="2788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tries to access a document or action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06440" y="1234440"/>
            <a:ext cx="1005840" cy="1005840"/>
          </a:xfrm>
          <a:prstGeom prst="ellipse">
            <a:avLst/>
          </a:prstGeom>
          <a:solidFill>
            <a:srgbClr val="2ECC71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06440" y="1234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6839712" y="1673352"/>
            <a:ext cx="365760" cy="54864"/>
          </a:xfrm>
          <a:prstGeom prst="rect">
            <a:avLst/>
          </a:prstGeom>
          <a:solidFill>
            <a:srgbClr val="A0B4C8"/>
          </a:solidFill>
          <a:ln/>
        </p:spPr>
      </p:sp>
      <p:sp>
        <p:nvSpPr>
          <p:cNvPr id="27" name="Shape 25"/>
          <p:cNvSpPr/>
          <p:nvPr/>
        </p:nvSpPr>
        <p:spPr>
          <a:xfrm>
            <a:off x="7150608" y="1627632"/>
            <a:ext cx="54864" cy="146304"/>
          </a:xfrm>
          <a:prstGeom prst="rect">
            <a:avLst/>
          </a:prstGeom>
          <a:solidFill>
            <a:srgbClr val="A0B4C8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0" y="2377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Check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0" y="2788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 validates the request server-side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98080" y="1234440"/>
            <a:ext cx="1005840" cy="1005840"/>
          </a:xfrm>
          <a:prstGeom prst="ellipse">
            <a:avLst/>
          </a:prstGeom>
          <a:solidFill>
            <a:srgbClr val="2ECC71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0" y="1234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178040" y="2377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Granted / Denied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78040" y="2788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returned + event logged immutably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52044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1A3A6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6118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Layer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" y="400507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· OAuth · MFA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355848" y="352044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0F2044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47288" y="36118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447288" y="400507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· Attribute rules · Inheritance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54496" y="352044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1A2E1A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45936" y="36118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AI Layer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345936" y="400507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logs · Anomaly detection · Recommendations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F204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743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74320" y="15087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more than</a:t>
            </a: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regular access tool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2331720"/>
            <a:ext cx="3566160" cy="731520"/>
          </a:xfrm>
          <a:prstGeom prst="rect">
            <a:avLst/>
          </a:prstGeom>
          <a:solidFill>
            <a:srgbClr val="1A3A6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40487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783080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3200400"/>
            <a:ext cx="3566160" cy="731520"/>
          </a:xfrm>
          <a:prstGeom prst="rect">
            <a:avLst/>
          </a:prstGeom>
          <a:solidFill>
            <a:srgbClr val="1A3A6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27355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783080" y="33375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4069080"/>
            <a:ext cx="3566160" cy="731520"/>
          </a:xfrm>
          <a:prstGeom prst="rect">
            <a:avLst/>
          </a:prstGeom>
          <a:solidFill>
            <a:srgbClr val="1A3A6E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14223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783080" y="4206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Coverage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43400" y="411480"/>
            <a:ext cx="594360" cy="5943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411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74920" y="4114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74920" y="7772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login patterns, download rates, and access times. Flags anything weird.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1600200"/>
            <a:ext cx="594360" cy="594360"/>
          </a:xfrm>
          <a:prstGeom prst="ellipse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💡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074920" y="16002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Recommendations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74920" y="19659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what users actually use vs what they can access. Recommends cuts.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2788920"/>
            <a:ext cx="594360" cy="5943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2788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074920" y="27889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74920" y="31546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AI says "revoke this permission," it shows exactly why — unused resources, behavioral evidence.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43400" y="3977640"/>
            <a:ext cx="594360" cy="594360"/>
          </a:xfrm>
          <a:prstGeom prst="ellipse">
            <a:avLst/>
          </a:prstGeom>
          <a:solidFill>
            <a:srgbClr val="1A3A6E"/>
          </a:solidFill>
          <a:ln w="12700">
            <a:solidFill>
              <a:srgbClr val="1A3A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4340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🛡️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074920" y="39776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Override Required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74920" y="43434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never auto-applies critical changes. An admin must confirm. Safety first.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Compliance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" y="868680"/>
            <a:ext cx="3977640" cy="914400"/>
          </a:xfrm>
          <a:prstGeom prst="roundRect">
            <a:avLst>
              <a:gd name="adj" fmla="val 10000"/>
            </a:avLst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88720" y="96012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Authorization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3258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checked at every resource AND every action — not just at login.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892808"/>
            <a:ext cx="3977640" cy="914400"/>
          </a:xfrm>
          <a:prstGeom prst="roundRect">
            <a:avLst>
              <a:gd name="adj" fmla="val 10000"/>
            </a:avLst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29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88720" y="19842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Audit Logs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35000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hashing ensures logs can't be quietly modified. What happened, stays recorded.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916936"/>
            <a:ext cx="3977640" cy="914400"/>
          </a:xfrm>
          <a:prstGeom prst="roundRect">
            <a:avLst>
              <a:gd name="adj" fmla="val 10000"/>
            </a:avLst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054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🚫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188720" y="300837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 Escalation Prevention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3374136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validation on role assignments. Users can't grant themselves higher access.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941064"/>
            <a:ext cx="3977640" cy="914400"/>
          </a:xfrm>
          <a:prstGeom prst="roundRect">
            <a:avLst>
              <a:gd name="adj" fmla="val 10000"/>
            </a:avLst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0782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🏛️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188720" y="403250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4398264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support for auditability, least-privilege, and access reviews — GDPR, SOC2, HIPAA friendly.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868680"/>
            <a:ext cx="3977640" cy="4114800"/>
          </a:xfrm>
          <a:prstGeom prst="roundRect">
            <a:avLst>
              <a:gd name="adj" fmla="val 2299"/>
            </a:avLst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0058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Checklist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800600" y="1572768"/>
            <a:ext cx="182880" cy="1828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47488" y="1508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append-only logs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093976"/>
            <a:ext cx="182880" cy="1828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47488" y="20299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at rest + in transit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2615184"/>
            <a:ext cx="182880" cy="1828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47488" y="25511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policies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136392"/>
            <a:ext cx="182880" cy="1828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30723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inheritance with overrides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3657600"/>
            <a:ext cx="182880" cy="1828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47488" y="35935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access revocation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75120" y="1572768"/>
            <a:ext cx="182880" cy="1828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22008" y="1508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 threat detection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75120" y="2093976"/>
            <a:ext cx="182880" cy="1828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22008" y="20299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 on documents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675120" y="2615184"/>
            <a:ext cx="182880" cy="1828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22008" y="2551176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data isolation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675120" y="3136392"/>
            <a:ext cx="182880" cy="1828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22008" y="3072384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 before AI changes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675120" y="3657600"/>
            <a:ext cx="182880" cy="18288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22008" y="359359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identity management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under the hood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1A3A6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441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Frontend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647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084832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0208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UI rendering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2340864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2768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handling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2596896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5328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permission updates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64408" y="123444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1435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13441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Backend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47288" y="1828800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75888" y="17647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FastAPI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47288" y="2084832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75888" y="20208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Enforcement Points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47288" y="2340864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75888" y="22768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with auth middleware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47288" y="2596896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75888" y="25328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 for internal services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17336" y="123444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1A1A3E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13441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/ ML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00216" y="1828800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28816" y="17647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scikit-learn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00216" y="2084832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28816" y="20208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models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00216" y="2340864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28816" y="22768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pattern analysis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00216" y="2596896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28816" y="25328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recommendation engine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1480" y="306324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2A1A1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1729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 &amp; Storage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94360" y="3657600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35935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(user/role data)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4360" y="3913632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38496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(permission cache)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94360" y="4169664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41056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/ encrypted blob storage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94360" y="4425696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2960" y="43616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log database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264408" y="306324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2A101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01568" y="31729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Identity &amp; Security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447288" y="3657600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75888" y="35935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Keycloak / Auth0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447288" y="3913632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75888" y="38496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+ OpenID Connect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447288" y="4169664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75888" y="41056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447288" y="4425696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75888" y="43616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log signing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117336" y="3063240"/>
            <a:ext cx="2697480" cy="1691640"/>
          </a:xfrm>
          <a:prstGeom prst="roundRect">
            <a:avLst>
              <a:gd name="adj" fmla="val 5405"/>
            </a:avLst>
          </a:prstGeom>
          <a:solidFill>
            <a:srgbClr val="101A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54496" y="31729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DevOps &amp; Scale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6300216" y="3657600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28816" y="359359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Kubernetes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300216" y="3913632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28816" y="38496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architecture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300216" y="4169664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28816" y="410565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auto-scaling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300216" y="4425696"/>
            <a:ext cx="164592" cy="16459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528816" y="43616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policy engine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Any Question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thought through the hard stuff — here are some of the tricky questions our platform answers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25880"/>
            <a:ext cx="54864" cy="10972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417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 you detect insider threats?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8928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Monitor abnormal access patterns and permission misuse in real time.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1325880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325880"/>
            <a:ext cx="54864" cy="10972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417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if AI recommends a wrong permission change?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83480" y="18928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Admin review is mandatory — no critical change ever happens automatically.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560320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560320"/>
            <a:ext cx="54864" cy="10972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651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 you scale to millions of users?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1272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Distributed authorization services with cached, efficient policy evaluation.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2560320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2560320"/>
            <a:ext cx="54864" cy="10972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2651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 you keep audit logs safe from tampering?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31272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Cryptographic hashing + append-only immutable storage.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794760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794760"/>
            <a:ext cx="54864" cy="10972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886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 you handle users who leave?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43616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Centralized identity management — revocation is instant and complete.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3794760"/>
            <a:ext cx="4160520" cy="1097280"/>
          </a:xfrm>
          <a:prstGeom prst="roundRect">
            <a:avLst>
              <a:gd name="adj" fmla="val 8333"/>
            </a:avLst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0600" y="3794760"/>
            <a:ext cx="54864" cy="10972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38862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 you manage nested org structures?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43616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Roles and resources model hierarchical relationships naturally.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4864"/>
            <a:ext cx="9144000" cy="10515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2860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🍉  TEAM WATERMELON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600200"/>
            <a:ext cx="1005840" cy="1005840"/>
          </a:xfrm>
          <a:prstGeom prst="ellipse">
            <a:avLst/>
          </a:prstGeom>
          <a:solidFill>
            <a:srgbClr val="1A3A6E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00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⚙️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1709928" y="1508760"/>
            <a:ext cx="347472" cy="3474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09928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743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Bhanu Vilasith Reddy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383280"/>
            <a:ext cx="1463040" cy="2286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474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Authorization Engine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0" y="141732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63240" y="1600200"/>
            <a:ext cx="1005840" cy="1005840"/>
          </a:xfrm>
          <a:prstGeom prst="ellipse">
            <a:avLst/>
          </a:prstGeom>
          <a:solidFill>
            <a:srgbClr val="1A3A6E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1600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🤖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3858768" y="1508760"/>
            <a:ext cx="347472" cy="3474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58768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651760" y="2743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Parrupudi Sridatta Bharadwaj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834640" y="3383280"/>
            <a:ext cx="1463040" cy="2286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1" name="Text 19"/>
          <p:cNvSpPr/>
          <p:nvPr/>
        </p:nvSpPr>
        <p:spPr>
          <a:xfrm>
            <a:off x="2651760" y="3474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Permission Engine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41732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12080" y="1600200"/>
            <a:ext cx="1005840" cy="1005840"/>
          </a:xfrm>
          <a:prstGeom prst="ellipse">
            <a:avLst/>
          </a:prstGeom>
          <a:solidFill>
            <a:srgbClr val="1A3A6E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0" y="1600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🖥️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6007608" y="1508760"/>
            <a:ext cx="347472" cy="3474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07608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00600" y="2743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83480" y="3383280"/>
            <a:ext cx="1463040" cy="2286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3474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UX Design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0" y="1417320"/>
            <a:ext cx="2011680" cy="3200400"/>
          </a:xfrm>
          <a:prstGeom prst="roundRect">
            <a:avLst>
              <a:gd name="adj" fmla="val 4545"/>
            </a:avLst>
          </a:prstGeom>
          <a:solidFill>
            <a:srgbClr val="0F20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60920" y="1600200"/>
            <a:ext cx="1005840" cy="1005840"/>
          </a:xfrm>
          <a:prstGeom prst="ellipse">
            <a:avLst/>
          </a:prstGeom>
          <a:solidFill>
            <a:srgbClr val="1A3A6E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60920" y="1600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🛡️</a:t>
            </a:r>
            <a:endParaRPr lang="en-US" sz="3200" dirty="0"/>
          </a:p>
        </p:txBody>
      </p:sp>
      <p:sp>
        <p:nvSpPr>
          <p:cNvPr id="33" name="Shape 31"/>
          <p:cNvSpPr/>
          <p:nvPr/>
        </p:nvSpPr>
        <p:spPr>
          <a:xfrm>
            <a:off x="8156448" y="1508760"/>
            <a:ext cx="347472" cy="3474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56448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949440" y="2743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Darrapuredi Chetan Kumar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132320" y="3383280"/>
            <a:ext cx="1463040" cy="2286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37" name="Text 35"/>
          <p:cNvSpPr/>
          <p:nvPr/>
        </p:nvSpPr>
        <p:spPr>
          <a:xfrm>
            <a:off x="6949440" y="3474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Audit Systems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931920" y="914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🍉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118872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371600" y="2514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AI-powered platform that actually understands your org structure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08152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Catches threats in real time before they become incidents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364845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Keeps admins in the loop — no black-box decisions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421538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Built to scale from a startup to a global enterprise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0" y="4572000"/>
            <a:ext cx="4572000" cy="27432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We're ready.  🍉  Team Watermelon  |  Hackathon 2025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2026-07-16T09:38:35Z</dcterms:created>
  <dcterms:modified xsi:type="dcterms:W3CDTF">2026-07-16T09:38:35Z</dcterms:modified>
</cp:coreProperties>
</file>